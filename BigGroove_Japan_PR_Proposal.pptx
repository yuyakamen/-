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457200"/>
            <a:ext cx="5029200" cy="82296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-457200"/>
            <a:ext cx="4206240" cy="8229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D100"/>
                </a:solidFill>
                <a:latin typeface="Arial"/>
              </a:rPr>
              <a:t>BIG GROOVE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JAPAN PR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9B54A"/>
                </a:solidFill>
                <a:latin typeface="Arial"/>
              </a:rPr>
              <a:t>Viral Food &amp; Entertainment Activation for Japan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5486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Clive Ibizugbe  |  Boston · Nigeria ·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Dancer  ·  Foodie  ·  Fitness  ·  Viral Entertainer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983480"/>
            <a:ext cx="21031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983480"/>
            <a:ext cx="210312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00"/>
                </a:solidFill>
                <a:latin typeface="Arial"/>
              </a:rPr>
              <a:t>6B+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Global 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983480"/>
            <a:ext cx="21031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4983480"/>
            <a:ext cx="210312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5074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00"/>
                </a:solidFill>
                <a:latin typeface="Arial"/>
              </a:rPr>
              <a:t>4.6M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TikTok Followers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4983480"/>
            <a:ext cx="21031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4983480"/>
            <a:ext cx="210312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5074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00"/>
                </a:solidFill>
                <a:latin typeface="Arial"/>
              </a:rPr>
              <a:t>2,000+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Restaurant Activations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77777"/>
                </a:solidFill>
                <a:latin typeface="Arial"/>
              </a:rPr>
              <a:t>Publicly available data / To be verified with latest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00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Big Grooveとは何者か？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09728" cy="12801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Big Grooveは、飲食体験を「記憶に残るSNSコンテンツ」へ変えるグローバルエンターテイナーです。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Arial"/>
              </a:rPr>
              <a:t>ダンス・フード・フィットネスを掛け合わせた独自スタイルで、レストランやブランドへの来店・認知をバイラルに爆発させます。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36576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272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🌍 Global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6B+ビューを誇るグローバルなリーチ。
40カ国以上でコンテンツが拡散。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017520"/>
            <a:ext cx="36576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017520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1272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🍜 Food Activation 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2,000以上のレストラン訪問実績。
飲食店との親和性が圧倒的に高い。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017520"/>
            <a:ext cx="36576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017520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📱 Viral Creation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661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TikTok・Instagram・Facebookで
リアルタイムに話題を爆発させる。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Publicly available data / To be 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B54A"/>
                </a:solidFill>
                <a:latin typeface="Arial"/>
              </a:rPr>
              <a:t>CREATOR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Clive Ibizugbe / Big Groove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148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🎤  Creator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Big Groove (Clive Ibizugbe)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📍 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585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Boston, MA / Nigeria /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🎯  Genre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Dancer · Foodie · Fitness · Viral Entertainer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🌐 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47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40+ Countries  |  Featured Worldwide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📧 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416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booking@movewitgroove.com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417320"/>
            <a:ext cx="6949440" cy="4937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417320"/>
            <a:ext cx="91440" cy="4937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Big Grooveの世界観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116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Big Grooveは、単なるダンサーではありません。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4688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レストランに入り、料理に感動し、そのエネルギーをダンスとユーモアで爆発させる。そのスタイルが世界中で共感を呼び、数十億回の視聴を記録しています。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260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飲食・フィットネス・エンターテイメントという異なるジャンルを自然に融合させた彼の存在は、食体験を「シェアしたくなる瞬間」へと昇華させます。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3832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Snoop Dogg、Deion Sanders、Bobby Shmurda、Feastablesなど、グローバルブランド・セレブリティとの接点も多数。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8404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日本の飲食シーンに彼を呼び込むことで、インバウンド層へのアピールと国内SNS拡散の両方を同時に実現できます。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Publicly available data / To be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00"/>
                </a:solidFill>
                <a:latin typeface="Arial"/>
              </a:rPr>
              <a:t>SOCIAL MEDIA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数字が証明するグローバルな影響力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0" cy="36576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743200" cy="1645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5603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00"/>
                </a:solidFill>
                <a:latin typeface="Arial"/>
              </a:rPr>
              <a:t>6B+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53081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Global 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6857"/>
            <a:ext cx="2560320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Arial"/>
              </a:rPr>
              <a:t>Publicly available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743200" cy="1645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463040"/>
            <a:ext cx="27432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00200"/>
            <a:ext cx="25603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00"/>
                </a:solidFill>
                <a:latin typeface="Arial"/>
              </a:rPr>
              <a:t>100M+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53081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Views (Official Site)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46857"/>
            <a:ext cx="2560320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Arial"/>
              </a:rPr>
              <a:t>Publicly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743200" cy="1645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7432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00200"/>
            <a:ext cx="25603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00"/>
                </a:solidFill>
                <a:latin typeface="Arial"/>
              </a:rPr>
              <a:t>40+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53081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Countries Reached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46857"/>
            <a:ext cx="2560320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Arial"/>
              </a:rPr>
              <a:t>Publicly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463040"/>
            <a:ext cx="2743200" cy="1645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463040"/>
            <a:ext cx="27432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00200"/>
            <a:ext cx="25603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00"/>
                </a:solidFill>
                <a:latin typeface="Arial"/>
              </a:rPr>
              <a:t>2,000+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253081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Restaurant Activations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746857"/>
            <a:ext cx="2560320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Arial"/>
              </a:rPr>
              <a:t>Publicly available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29000"/>
            <a:ext cx="3657600" cy="2286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B54A"/>
                </a:solidFill>
                <a:latin typeface="Arial"/>
              </a:rPr>
              <a:t>TikTok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00"/>
                </a:solidFill>
                <a:latin typeface="Arial"/>
              </a:rPr>
              <a:t>4,600,000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Followers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28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Arial"/>
              </a:rPr>
              <a:t>Favikon Nigeria TikTok #18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* To be 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429000"/>
            <a:ext cx="3657600" cy="2286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429000"/>
            <a:ext cx="3657600" cy="5486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520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306C"/>
                </a:solidFill>
                <a:latin typeface="Arial"/>
              </a:rP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00"/>
                </a:solidFill>
                <a:latin typeface="Arial"/>
              </a:rPr>
              <a:t>~2,000,000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Followers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828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Arial"/>
              </a:rPr>
              <a:t>~1,600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166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* To be verified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429000"/>
            <a:ext cx="3657600" cy="2286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429000"/>
            <a:ext cx="365760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3520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77F2"/>
                </a:solidFill>
                <a:latin typeface="Arial"/>
              </a:rPr>
              <a:t>Facebook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00"/>
                </a:solidFill>
                <a:latin typeface="Arial"/>
              </a:rPr>
              <a:t>2,009,903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Page Likes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828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Arial"/>
              </a:rPr>
              <a:t>273,673 talking about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166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* To be verified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Publicly available data / To be verified with latest screenshots from creator/manager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B54A"/>
                </a:solidFill>
                <a:latin typeface="Arial"/>
              </a:rPr>
              <a:t>AUDIENCE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オーディエンス詳細データ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solidFill>
            <a:srgbClr val="3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4114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00"/>
                </a:solidFill>
                <a:latin typeface="Arial"/>
              </a:rPr>
              <a:t>⚠️  以下は公開情報・業界傾向に基づく推定値です。最終提案前に creator / マネージャーから最新インサイトのスクリーンショットを取得してください。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GENDER  /  性別構成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365760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Male / 男性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368296"/>
            <a:ext cx="1007668" cy="20116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250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4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Female / 女性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871215"/>
            <a:ext cx="660196" cy="201168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5028" y="28346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B54A"/>
                </a:solidFill>
                <a:latin typeface="Arial"/>
              </a:rPr>
              <a:t>38%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Other / その他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374135"/>
            <a:ext cx="69494" cy="2011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4326" y="3337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Arial"/>
              </a:rPr>
              <a:t>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9319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77777"/>
                </a:solidFill>
                <a:latin typeface="Arial"/>
              </a:rPr>
              <a:t>* Estimated / To be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AGE  /  年齢層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240280"/>
            <a:ext cx="384048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240280"/>
            <a:ext cx="38404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331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18–24歳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368296"/>
            <a:ext cx="1024128" cy="201168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B54A"/>
                </a:solidFill>
                <a:latin typeface="Arial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7889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25–34歳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825496"/>
            <a:ext cx="1216152" cy="20116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27889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246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35–44歳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282696"/>
            <a:ext cx="576072" cy="20116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44184" y="32461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Arial"/>
              </a:rPr>
              <a:t>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03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45歳以上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3739896"/>
            <a:ext cx="384048" cy="20116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7033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Arial"/>
              </a:rPr>
              <a:t>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3931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77777"/>
                </a:solidFill>
                <a:latin typeface="Arial"/>
              </a:rPr>
              <a:t>* Estimated / To be verified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TOP COUNTRIES  /  国別オーディエンス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240280"/>
            <a:ext cx="356616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2240280"/>
            <a:ext cx="356616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2331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🇳🇬  Nigeria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23317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9B54A"/>
                </a:solidFill>
                <a:latin typeface="Arial"/>
              </a:rPr>
              <a:t>~28%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2715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🇺🇸  United States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00"/>
                </a:solidFill>
                <a:latin typeface="Arial"/>
              </a:rPr>
              <a:t>~22%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30998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🇬🇧  United Kingdom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309981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CCFF"/>
                </a:solidFill>
                <a:latin typeface="Arial"/>
              </a:rPr>
              <a:t>~8%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48386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🇯🇵  Japan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3483863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666"/>
                </a:solidFill>
                <a:latin typeface="Arial"/>
              </a:rPr>
              <a:t>~4%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🌏  Other (40+ countries)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386791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88888"/>
                </a:solidFill>
                <a:latin typeface="Arial"/>
              </a:rPr>
              <a:t>~38%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9319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77777"/>
                </a:solidFill>
                <a:latin typeface="Arial"/>
              </a:rPr>
              <a:t>* Estimated / To be verified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343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PLATFORM AUDIENCE CHARACTERISTICS  /  プラットフォーム別傾向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09160"/>
            <a:ext cx="365760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709160"/>
            <a:ext cx="3657600" cy="4572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7823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B54A"/>
                </a:solidFill>
                <a:latin typeface="Arial"/>
              </a:rPr>
              <a:t>TikTok
4.6M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32180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Favikon Nigeria #18
主に18–34歳層
エンタメ・フード系コンテンツ中心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4709160"/>
            <a:ext cx="365760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7680" y="4709160"/>
            <a:ext cx="3657600" cy="4572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47823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306C"/>
                </a:solidFill>
                <a:latin typeface="Arial"/>
              </a:rPr>
              <a:t>Instagram
~2M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532180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フォロワーの多くが
25–44歳のフード好き層
Reelによるリーチが特に高い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709160"/>
            <a:ext cx="365760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4709160"/>
            <a:ext cx="3657600" cy="4572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60" y="47823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77F2"/>
                </a:solidFill>
                <a:latin typeface="Arial"/>
              </a:rPr>
              <a:t>Facebook
2M+ Likes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532180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273,673人がアクティブに言及
ナイジェリア・米国・英国が中心
比較的高年齢層にもリーチ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Arial"/>
              </a:rPr>
              <a:t>⚠️  All demographic data is estimated from publicly available information. Actual insights must be verified directly with creator/manager before final proposal.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B54A"/>
                </a:solidFill>
                <a:latin typeface="Arial"/>
              </a:rPr>
              <a:t>WHY BIG GROOVE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なぜ今、Big Grooveなのか？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148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2377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⚡  Viral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リアクション動画・サプライズ演出でSNSバズを量産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視聴者が思わず「シェアしたくなる」瞬間を設計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飲食コンテンツとの親和性が極めて高い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77840" cy="2377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🤝  Real-World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現場に入り込み、スタッフ・客とリアルに交流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77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演技・台本なしの自然なエネルギーで信頼感を醸成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来店者のUGC（二次投稿）を自然に誘発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5577840" cy="2377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57784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🍽️  Restaurant Activation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2,000以上の飲食店で検証済みのコンテンツ手法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料理の魅力を最大限に引き出す表現力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高級店から大衆店まで幅広くマッチ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577840" cy="2377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57784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🌏  Cultural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ナイジェリア・ボストン・世界を股にかけるバックグラウンド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インバウンド観光客にも強くアピール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94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グローバルセレブとのコネクションで国際的権威性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00"/>
                </a:solidFill>
                <a:latin typeface="Arial"/>
              </a:rPr>
              <a:t>JAPAN 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日本市場との相性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0" cy="36576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日本の飲食・観光シーンは、世界で最も「映える」コンテンツを生み出すポテンシャルを持っています。
Big Grooveはその魅力を世界に届ける最強のアンプリファイアーです。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365760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4231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🥩  焼肉・BBQ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34639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煙と炎・肉の迫力はバイラル動画と相性抜群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31720"/>
            <a:ext cx="365760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331720"/>
            <a:ext cx="3657600" cy="4572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4231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🍣  寿司・高級和食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834639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繊細な技・美しさをドラマチックに演出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31720"/>
            <a:ext cx="365760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3657600" cy="45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4231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🍜  ラーメン・つけ麺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834639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庶民的で親しみやすく、海外人気も絶大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79"/>
            <a:ext cx="365760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97679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389119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🍺  居酒屋・バー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800599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群衆のエネルギーをそのまま映像化できる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297679"/>
            <a:ext cx="365760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297679"/>
            <a:ext cx="3657600" cy="4572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4389119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🏯  観光施設・テーマパーク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800599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日本文化＋エンタメの融合でインバウンド訴求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297679"/>
            <a:ext cx="365760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297679"/>
            <a:ext cx="3657600" cy="45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4389119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🛍️  食品ブランド・EC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800599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ブランドコラボ・PR Reelで商品認知を加速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Publicly available data / To be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B54A"/>
                </a:solidFill>
                <a:latin typeface="Arial"/>
              </a:rPr>
              <a:t>CAMPAIGN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提案キャンペーン例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148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2331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2331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0D0D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Restaurant Viral Visit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サプライズ形式でレストランを訪問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料理・スタッフ・雰囲気をバイラル演出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TikTok / Instagram Reelで公開 → 来店動機を爆発的に創出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2331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02920" cy="2331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0D0D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36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Japan Food Tour 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東京・大阪・京都など複数都市を巡る動画シリーズ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77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各都市のB級グルメ〜高級店を対比で魅せる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61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インバウンド層にも強力にアピール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77840" cy="2331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502920" cy="233172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75488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0D0D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965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Brand Collaboration 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53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特定ブランドの商品・店舗をフィーチャー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37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Big Grooveのダンス・リアクションで商品価値を増幅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21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ブランド公式アカウントでの二次利用権も確保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23360"/>
            <a:ext cx="5577840" cy="2331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023360"/>
            <a:ext cx="502920" cy="233172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75488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0D0D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965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Live Event Appearance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553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グランドオープン・周年イベント・フェスへの出演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937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現場のエネルギーをリアルタイムで発信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21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集客効果＋SNS拡散の相乗効果を実現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00"/>
                </a:solidFill>
                <a:latin typeface="Arial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提供コンテンツ・成果物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0" cy="36576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7276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B54A"/>
                </a:solidFill>
                <a:latin typeface="Arial"/>
              </a:rPr>
              <a:t>📱  Instagram Reel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57400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縦型ショート動画（15〜60秒）
ブランドタグ付き投稿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57276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🎵  TikTok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057400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トレンドサウンド活用
ハッシュタグ戦略込み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657600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57276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00"/>
                </a:solidFill>
                <a:latin typeface="Arial"/>
              </a:rPr>
              <a:t>▶️  YouTube Shorts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057400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アーカイブ残存による
長期的な検索流入効果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365760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99592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77F2"/>
                </a:solidFill>
                <a:latin typeface="Arial"/>
              </a:rPr>
              <a:t>👍  Facebook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480560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2M+ページへの投稿
高エンゲージメント層にリーチ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8620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886200"/>
            <a:ext cx="3657600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399592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  <a:latin typeface="Arial"/>
              </a:rPr>
              <a:t>🎤  Live Appearance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480560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現地イベント出演
リアルタイム熱狂を創出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88620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86200"/>
            <a:ext cx="3657600" cy="54864"/>
          </a:xfrm>
          <a:prstGeom prst="rect">
            <a:avLst/>
          </a:prstGeom>
          <a:solidFill>
            <a:srgbClr val="CC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99592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CC"/>
                </a:solidFill>
                <a:latin typeface="Arial"/>
              </a:rPr>
              <a:t>📂  二次利用素材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480560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クライアント側での広告・SNS再利用
ライセンス条件は要協議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B54A"/>
                </a:solidFill>
                <a:latin typeface="Arial"/>
              </a:rPr>
              <a:t>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期待される効果・価値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2194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602736"/>
            <a:ext cx="3657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認知拡大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6B+ビューのリーチ基盤を活用し、
ブランド/店舗の認知を国内外に広げる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2194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3602736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6276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B54A"/>
                </a:solidFill>
                <a:latin typeface="Arial"/>
              </a:rPr>
              <a:t>海外向け話題化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4884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インバウンド層・海外ファンへの
日本グルメ情報発信を加速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657600" cy="2194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602736"/>
            <a:ext cx="3657600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6276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  <a:latin typeface="Arial"/>
              </a:rPr>
              <a:t>来店動機の創出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4884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「Big Grooveが行った店」として
SNSで話題化し来店意欲を刺激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6025896"/>
            <a:ext cx="3657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5079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00"/>
                </a:solidFill>
                <a:latin typeface="Arial"/>
              </a:rPr>
              <a:t>UGC誘発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視聴者・来店客が自発的に再投稿する
ユーザー生成コンテンツの連鎖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88620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6025896"/>
            <a:ext cx="3657600" cy="54864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05079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B54A"/>
                </a:solidFill>
                <a:latin typeface="Arial"/>
              </a:rPr>
              <a:t>ブランドの国際感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57200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グローバルインフルエンサーとの協業で
企業・店舗のブランド格を向上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86200"/>
            <a:ext cx="36576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6025896"/>
            <a:ext cx="3657600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05079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  <a:latin typeface="Arial"/>
              </a:rPr>
              <a:t>データ取得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コンテンツのインプレッション・リーチ・
エンゲージメントをレポートとして提供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Publicly available data / To be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00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今後のステップ・アクション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0" cy="36576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2240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914400" cy="22402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Arial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361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候補店舗・ブランドの選定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933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ターゲット業態・エリアの絞り込み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Big Grooveのコンテンツスタイルとの相性確認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614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予算感・期待効果の仮設定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2240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914400" cy="22402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Arial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5361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00"/>
                </a:solidFill>
                <a:latin typeface="Arial"/>
              </a:rPr>
              <a:t>最新インサイト・条件の確認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9933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creator/マネージャーから最新インサイトのスクリーンショット取得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出演費・移動費・制作費の確認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7614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撮影ルール・監修フロー・投稿タイミングの合意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5577840" cy="2240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914400" cy="224028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663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Arial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050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B54A"/>
                </a:solidFill>
                <a:latin typeface="Arial"/>
              </a:rPr>
              <a:t>コンテンツ設計・日程調整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622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撮影シナリオ・演出方針の共有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投稿媒体・本数・フォーマット確定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303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ロケーション下見・許可申請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5577840" cy="2240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931920"/>
            <a:ext cx="914400" cy="224028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663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Arial"/>
              </a:rPr>
              <a:t>STEP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0050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B54A"/>
                </a:solidFill>
                <a:latin typeface="Arial"/>
              </a:rPr>
              <a:t>契約・実施・レポーティング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4622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使用権・二次利用範囲の契約締結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846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撮影・編集・投稿の実施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2303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▸  インプレッション・リーチ・エンゲージメントのレポート提出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Arial"/>
              </a:rPr>
              <a:t>Contact:  booking@movewitgroove.com  |  Data: Publicly available / To be verified with latest insights from creator/manager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